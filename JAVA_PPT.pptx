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Epilogue" panose="020B0604020202020204" charset="0"/>
      <p:regular r:id="rId15"/>
    </p:embeddedFont>
    <p:embeddedFont>
      <p:font typeface="Fraunces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9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Hospital Management System GUI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Java-Based Desktop Application for Efficient Hospital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84ED52-502D-5F2B-EEBD-F098932995C3}"/>
              </a:ext>
            </a:extLst>
          </p:cNvPr>
          <p:cNvSpPr txBox="1"/>
          <p:nvPr/>
        </p:nvSpPr>
        <p:spPr>
          <a:xfrm rot="10800000" flipV="1">
            <a:off x="680221" y="1262740"/>
            <a:ext cx="8274207" cy="112338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3500" dirty="0"/>
              <a:t>                                                               </a:t>
            </a:r>
            <a:r>
              <a:rPr lang="en-IN" sz="3200" dirty="0"/>
              <a:t>TEAMMEMBER DETAILS:-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405CA-EDDB-9760-2EA6-3E8B14C3F240}"/>
              </a:ext>
            </a:extLst>
          </p:cNvPr>
          <p:cNvSpPr txBox="1"/>
          <p:nvPr/>
        </p:nvSpPr>
        <p:spPr>
          <a:xfrm>
            <a:off x="680221" y="3368888"/>
            <a:ext cx="8274205" cy="193899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3000" dirty="0"/>
              <a:t>AP22110011218  B KARTHIK</a:t>
            </a:r>
          </a:p>
          <a:p>
            <a:r>
              <a:rPr lang="en-IN" sz="3000" dirty="0"/>
              <a:t>AP22110011238  Y SAI HARISH</a:t>
            </a:r>
          </a:p>
          <a:p>
            <a:r>
              <a:rPr lang="en-IN" sz="3000" dirty="0"/>
              <a:t>AP22110011241  P BALASWITHA</a:t>
            </a:r>
          </a:p>
          <a:p>
            <a:r>
              <a:rPr lang="en-IN" sz="3000" dirty="0"/>
              <a:t>AP22110011243   S MOULI</a:t>
            </a:r>
          </a:p>
        </p:txBody>
      </p:sp>
    </p:spTree>
    <p:extLst>
      <p:ext uri="{BB962C8B-B14F-4D97-AF65-F5344CB8AC3E}">
        <p14:creationId xmlns:p14="http://schemas.microsoft.com/office/powerpoint/2010/main" val="277505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866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035612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270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760464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 a user-friendly GUI to manage hospital operations including patient records, doctor info, and appointment scheduling.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035612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2700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Purpose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760464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Streamline administrative tasks, improve data organization, and ensure efficient scheduling within the hospital environment.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036225"/>
            <a:ext cx="7556421" cy="2206585"/>
          </a:xfrm>
          <a:prstGeom prst="roundRect">
            <a:avLst>
              <a:gd name="adj" fmla="val 431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270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76107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Java with Swing for the GUI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514624" y="6203275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MySQL database management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514624" y="664547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JDBC for connectivity between Java and MySQL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12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5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381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Tabbed interface organizing patients, doctors, and appointments.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CRUD functionalities: add, update, delete, view records.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65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2381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 of JTabbedPane for intuitive navigation.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6803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synchronization with MySQL database.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1225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Robust input validation and error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250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740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142298"/>
            <a:ext cx="28994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Java Swing components like JFrame, JTable, JTextField, and JComboBox provide interactive GUI elements.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25740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37319" y="26518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142298"/>
            <a:ext cx="289941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MySQL stores structured data across patients, doctors, and appointments tables with defined relations.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10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48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Connectivity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97872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JDBC library facilitates communication between the Java application and the MySQL database.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12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Functionalities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5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Patient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381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 patients with name, age, and gender fields.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8034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Update and delete patient records safely including linked appointments.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657005"/>
            <a:ext cx="49048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Doctor &amp; Appointment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2381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Manage doctor details including specialization; update or delete as needed.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Book and cancel appointments with validation on doctor availability and date formats.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23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Interface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73129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52508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Patients Tab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015502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Displays patient records in a tabular view, with forms for adding, updating, and deleting entries.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493" y="273129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52508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Doctors Tab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4015502"/>
            <a:ext cx="23298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Manages doctors' profile info and specializations through interactive forms and lists.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5" y="2731294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52508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Appointments Tab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4369832"/>
            <a:ext cx="23298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Supports booking and cancellation with combo boxes and date inputs to ensure accurate scheduling.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06523"/>
            <a:ext cx="6406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Implementation Details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5260" y="27979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Code 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 class extends JFrame and uses DefaultTableModel for handling table data.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200203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5274" y="27979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37319" y="2833330"/>
            <a:ext cx="2835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 Interaction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37319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JDBC connects to MySQL via secure prepared statements to prevent SQL injection.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527149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Error Handling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79727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Input validations for age and date formats, with exception handling for SQL and number format errors.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06523"/>
            <a:ext cx="6406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Implementation Details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5260" y="27979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Code 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Main class extends JFrame and uses DefaultTableModel for handling table data.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200203" y="27554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5274" y="27979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37319" y="2833330"/>
            <a:ext cx="2835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 Interaction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37319" y="332374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JDBC connects to MySQL via secure prepared statements to prevent SQL injection.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527149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Error Handling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79727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Input validations for age and date formats, with exception handling for SQL and number format errors.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1602"/>
            <a:ext cx="75379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Advantages and Limitations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8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Intuitive tabbed interface simplifies navigation.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406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data updates increase reliability.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828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Scalable database design supports future growth.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7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85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Lacks user authentication and role management.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406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Designed for single-user desktop use only.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8289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Missing advanced features like appointment time slots and notifications.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507003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Enhancements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6922" y="19095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Authentication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46922" y="2326362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 admin and staff role-based access for secure multi-user environments.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6922" y="30663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Time Slot Booking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046922" y="3483173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granular appointment scheduling to improve efficiency and resource management.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6922" y="42231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Search and Filters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46922" y="4639985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 powerful filtering and searching capabilities across patient, doctor, and appointment records.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6922" y="53799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Web App Migration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2046922" y="5796796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Transition to a Java Spring web-based platform for better accessibility and scalability.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6922" y="65367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Notifications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2046922" y="6953607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email and SMS alerts to reduce no-shows and improve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C2878-8CAB-DFF4-B895-83404B4E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535</Words>
  <Application>Microsoft Office PowerPoint</Application>
  <PresentationFormat>Custom</PresentationFormat>
  <Paragraphs>96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Fraunces Medium</vt:lpstr>
      <vt:lpstr>Epilogue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Harish</cp:lastModifiedBy>
  <cp:revision>3</cp:revision>
  <dcterms:created xsi:type="dcterms:W3CDTF">2025-04-30T05:06:52Z</dcterms:created>
  <dcterms:modified xsi:type="dcterms:W3CDTF">2025-04-30T05:32:31Z</dcterms:modified>
</cp:coreProperties>
</file>